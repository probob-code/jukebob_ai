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D547"/>
                </a:solidFill>
              </a:defRPr>
            </a:pPr>
            <a:r>
              <a:t>🎵 JUKEBOB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Your Ultimate Party Entertainment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4389120"/>
            <a:ext cx="2743200" cy="548640"/>
          </a:xfrm>
          <a:prstGeom prst="roundRect">
            <a:avLst/>
          </a:prstGeom>
          <a:solidFill>
            <a:srgbClr val="F5D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Executive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Board of Directors Briefing •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What is JukeBoB?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A comprehensive party entertainment platform combining music, games, and AI DJ into one unified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651760" cy="2560320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Jukebox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Crowd-controlled music</a:t>
            </a:r>
            <a:br/>
            <a:r>
              <a:t>with VIP tipping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286000"/>
            <a:ext cx="2651760" cy="2560320"/>
          </a:xfrm>
          <a:prstGeom prst="roundRect">
            <a:avLst/>
          </a:prstGeom>
          <a:solidFill>
            <a:srgbClr val="FCB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004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</a:defRPr>
            </a:pPr>
            <a:r>
              <a:t>Games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4903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Real-time multiplayer</a:t>
            </a:r>
            <a:br/>
            <a:r>
              <a:t>with emoji reactions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286000"/>
            <a:ext cx="2651760" cy="2560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8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AI DJ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Intelligent dual-turntable</a:t>
            </a:r>
            <a:br/>
            <a:r>
              <a:t>mixing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Platform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1463040"/>
          </a:xfrm>
          <a:prstGeom prst="roundRect">
            <a:avLst/>
          </a:prstGeom>
          <a:solidFill>
            <a:srgbClr val="282846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D547"/>
                </a:solidFill>
              </a:defRPr>
            </a:pPr>
            <a:r>
              <a:t>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Platform Fee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1463040"/>
          </a:xfrm>
          <a:prstGeom prst="roundRect">
            <a:avLst/>
          </a:prstGeom>
          <a:solidFill>
            <a:srgbClr val="282846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D547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603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Entertainment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651760" cy="1463040"/>
          </a:xfrm>
          <a:prstGeom prst="roundRect">
            <a:avLst/>
          </a:prstGeom>
          <a:solidFill>
            <a:srgbClr val="282846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D547"/>
                </a:solidFill>
              </a:defRPr>
            </a:pPr>
            <a:r>
              <a:t>₹10+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VIP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2651760" cy="1463040"/>
          </a:xfrm>
          <a:prstGeom prst="roundRect">
            <a:avLst/>
          </a:prstGeom>
          <a:solidFill>
            <a:srgbClr val="282846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D547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Platforms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474720"/>
            <a:ext cx="2651760" cy="1463040"/>
          </a:xfrm>
          <a:prstGeom prst="roundRect">
            <a:avLst/>
          </a:prstGeom>
          <a:solidFill>
            <a:srgbClr val="282846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6576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D547"/>
                </a:solidFill>
              </a:defRPr>
            </a:pPr>
            <a:r>
              <a:t>Real-time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3891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WebSocket 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474720"/>
            <a:ext cx="2651760" cy="1463040"/>
          </a:xfrm>
          <a:prstGeom prst="roundRect">
            <a:avLst/>
          </a:prstGeom>
          <a:solidFill>
            <a:srgbClr val="282846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576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D547"/>
                </a:solidFill>
              </a:defRPr>
            </a:pPr>
            <a:r>
              <a:t>5,200+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891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Lines of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The Problem We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6565"/>
                </a:solidFill>
              </a:defRPr>
            </a:pPr>
            <a:r>
              <a:t>❌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🎵  DJs decide all music without guest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😴  Boring waiting periods at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💸  Hosts miss tipping 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📱  Fragmented tools for entertainment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✓ 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🗳️  Democratic music selection via tipping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🎮  Games keep guests entertained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💰  Passive income stream for hosts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566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🎧  AI-powered DJ for seamless mixing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🎵 Jukebox — Revenue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VIP Queue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👑  Tips ≥₹10 = VIP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📊  Sorted by tip amount (highest first)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🎵  Regular queue: First-come-first-served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🔄  Real-time sync for all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Host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📱  QR code for easy joining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💵  Dashboard with earnings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✅  Mark songs played/skipped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371600"/>
            <a:ext cx="3931920" cy="2286000"/>
          </a:xfrm>
          <a:prstGeom prst="roundRect">
            <a:avLst/>
          </a:prstGeom>
          <a:solidFill>
            <a:srgbClr val="1E1E3F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5544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D547"/>
                </a:solidFill>
                <a:latin typeface="Consolas"/>
              </a:defRPr>
            </a:pPr>
            <a:r>
              <a:t># Queue Priority Logic</a:t>
            </a:r>
            <a:br/>
            <a:br/>
            <a:r>
              <a:t>vip_songs = sorted(</a:t>
            </a:r>
            <a:br/>
            <a:r>
              <a:t>    [r for r in queue if tip &gt;= 10],</a:t>
            </a:r>
            <a:br/>
            <a:r>
              <a:t>    key=lambda x: x.tip,</a:t>
            </a:r>
            <a:br/>
            <a:r>
              <a:t>    reverse=True</a:t>
            </a:r>
            <a:br/>
            <a:r>
              <a:t>)</a:t>
            </a:r>
            <a:br/>
            <a:br/>
            <a:r>
              <a:t>final_queue = vip + regular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🎮 Games — Engagement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Tic Tac Toe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⚡  Real-time WebSocket gameplay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🏆  Persistent scoreboard &amp; leaderboard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🔥  Win streak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🔄  Turn alternation on restart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Emoji Reactions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😂 😭 😎 😉 😘 😜 😱 👏 🌹 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Statistics Tracked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87451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D547"/>
                </a:solidFill>
              </a:defRPr>
            </a:pPr>
            <a:r>
              <a:t>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Total victories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331720"/>
            <a:ext cx="3931920" cy="457200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3774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D547"/>
                </a:solidFill>
              </a:defRPr>
            </a:pPr>
            <a:r>
              <a:t>Losses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Total defeats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880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D547"/>
                </a:solidFill>
              </a:defRPr>
            </a:pPr>
            <a:r>
              <a:t>Draws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Total 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337560"/>
            <a:ext cx="3931920" cy="457200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3383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D547"/>
                </a:solidFill>
              </a:defRPr>
            </a:pPr>
            <a:r>
              <a:t>Streak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Current win streak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886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D547"/>
                </a:solidFill>
              </a:defRPr>
            </a:pPr>
            <a:r>
              <a:t>Max Streak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86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Best ever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🎧 AI DJ — Innovation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Dual Turntable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🎛️  Deck A &amp; Deck B audio players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📤  Upload audio files directly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🔊  Independent volume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🔀  AI-powered crossfader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🎭  Crowd mood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⏱️  3-second crossfade transitions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💡  Smart song suggestions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Mood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828800"/>
            <a:ext cx="3931920" cy="2011680"/>
          </a:xfrm>
          <a:prstGeom prst="roundRect">
            <a:avLst/>
          </a:prstGeom>
          <a:solidFill>
            <a:srgbClr val="1E1E3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0116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D4FF"/>
                </a:solidFill>
                <a:latin typeface="Consolas"/>
              </a:defRPr>
            </a:pPr>
            <a:r>
              <a:t>if avg_votes &gt; 10:</a:t>
            </a:r>
            <a:br/>
            <a:r>
              <a:t>    return "hyped" 🔥</a:t>
            </a:r>
            <a:br/>
            <a:r>
              <a:t>elif avg_votes &gt; 5:</a:t>
            </a:r>
            <a:br/>
            <a:r>
              <a:t>    return "energetic" ⚡</a:t>
            </a:r>
            <a:br/>
            <a:r>
              <a:t>else:</a:t>
            </a:r>
            <a:br/>
            <a:r>
              <a:t>    return "chill" 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💰 Revenue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2286000" cy="1097280"/>
          </a:xfrm>
          <a:prstGeom prst="roundRect">
            <a:avLst/>
          </a:prstGeom>
          <a:solidFill>
            <a:srgbClr val="3C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₹100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Guest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80160"/>
            <a:ext cx="2286000" cy="1097280"/>
          </a:xfrm>
          <a:prstGeom prst="roundRect">
            <a:avLst/>
          </a:prstGeom>
          <a:solidFill>
            <a:srgbClr val="F5D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₹5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A1A2E"/>
                </a:solidFill>
              </a:defRPr>
            </a:pPr>
            <a:r>
              <a:t>Platform (5%)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80160"/>
            <a:ext cx="2286000" cy="1097280"/>
          </a:xfrm>
          <a:prstGeom prst="roundRect">
            <a:avLst/>
          </a:prstGeom>
          <a:solidFill>
            <a:srgbClr val="3C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₹95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920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Host 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4630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5D547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46304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5D547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🛡️ Consumer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💰  Tips held in escrow until song plays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🔄  Full refund if DJ skips the song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❌  DJ gets ₹0 for unplayed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43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✅  Automatic refunds, no support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6517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Future Revenue Streams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108960"/>
            <a:ext cx="3931920" cy="36576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154679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Transaction Fees (5%)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154679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8BB78"/>
                </a:solidFill>
              </a:defRPr>
            </a:pPr>
            <a:r>
              <a:t>✅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520440"/>
            <a:ext cx="3931920" cy="365760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566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Premium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5661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A500"/>
                </a:solidFill>
              </a:defRPr>
            </a:pPr>
            <a:r>
              <a:t>🔜 Planned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977639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White-label Licensing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977639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A500"/>
                </a:solidFill>
              </a:defRPr>
            </a:pPr>
            <a:r>
              <a:t>🔜 Planned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4343400"/>
            <a:ext cx="3931920" cy="365760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43891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Subscription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89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A500"/>
                </a:solidFill>
              </a:defRPr>
            </a:pPr>
            <a:r>
              <a:t>🔜 Planned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🏗️ 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31920" cy="1554480"/>
          </a:xfrm>
          <a:prstGeom prst="roundRect">
            <a:avLst/>
          </a:prstGeom>
          <a:solidFill>
            <a:srgbClr val="23233C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D547"/>
                </a:solidFill>
              </a:defRPr>
            </a:pPr>
            <a:r>
              <a:t>⚡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Python 3.11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FastAPI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WebSocket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821 lines of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371600"/>
            <a:ext cx="3931920" cy="1554480"/>
          </a:xfrm>
          <a:prstGeom prst="roundRect">
            <a:avLst/>
          </a:prstGeom>
          <a:solidFill>
            <a:srgbClr val="23233C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D547"/>
                </a:solidFill>
              </a:defRPr>
            </a:pPr>
            <a:r>
              <a:t>🌐 Web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HTML5 + 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Vanilla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Multi-theme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2,500+ 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00400"/>
            <a:ext cx="3931920" cy="1554480"/>
          </a:xfrm>
          <a:prstGeom prst="roundRect">
            <a:avLst/>
          </a:prstGeom>
          <a:solidFill>
            <a:srgbClr val="23233C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D547"/>
                </a:solidFill>
              </a:defRPr>
            </a:pPr>
            <a:r>
              <a:t>📱 Mobile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Flutter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Dart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iOS + Android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Material 3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200400"/>
            <a:ext cx="3931920" cy="1554480"/>
          </a:xfrm>
          <a:prstGeom prst="roundRect">
            <a:avLst/>
          </a:prstGeom>
          <a:solidFill>
            <a:srgbClr val="23233C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291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D547"/>
                </a:solidFill>
              </a:defRPr>
            </a:pPr>
            <a:r>
              <a:t>🔒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657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SHA256 Hashing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931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Session 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CORS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480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Input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🔌 API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D547"/>
                </a:solidFill>
              </a:defRPr>
            </a:pPr>
            <a:r>
              <a:t>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REST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D547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WebSocket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D547"/>
                </a:solidFill>
              </a:defRPr>
            </a:pPr>
            <a:r>
              <a:t>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2286000" cy="411480"/>
          </a:xfrm>
          <a:prstGeom prst="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D547"/>
                </a:solidFill>
              </a:defRPr>
            </a:pPr>
            <a:r>
              <a:t>Module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743200"/>
            <a:ext cx="2286000" cy="411480"/>
          </a:xfrm>
          <a:prstGeom prst="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788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D547"/>
                </a:solidFill>
              </a:defRPr>
            </a:pPr>
            <a:r>
              <a:t>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743200"/>
            <a:ext cx="4114800" cy="411480"/>
          </a:xfrm>
          <a:prstGeom prst="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788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D547"/>
                </a:solidFill>
              </a:defRPr>
            </a:pPr>
            <a:r>
              <a:t>Key Functions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286000" cy="41148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Sessions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200400"/>
            <a:ext cx="2286000" cy="41148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3246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200400"/>
            <a:ext cx="4114800" cy="41148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2461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Create, Join, Resume, 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2286000" cy="411480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Requests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657600"/>
            <a:ext cx="2286000" cy="411480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703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657600"/>
            <a:ext cx="4114800" cy="411480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7033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Submit, Complete, Skip, Tip, 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2286000" cy="41148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1605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Games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4114800"/>
            <a:ext cx="2286000" cy="41148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41605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4114800"/>
            <a:ext cx="4114800" cy="41148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160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Create, Join, Move, Emoji, Restart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72000"/>
            <a:ext cx="2286000" cy="411480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6177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572000"/>
            <a:ext cx="2286000" cy="411480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6177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4572000"/>
            <a:ext cx="4114800" cy="411480"/>
          </a:xfrm>
          <a:prstGeom prst="rect">
            <a:avLst/>
          </a:prstGeom>
          <a:solidFill>
            <a:srgbClr val="32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46177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Checkout, Transaction, Revenue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29200"/>
            <a:ext cx="2286000" cy="41148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074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AI DJ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5029200"/>
            <a:ext cx="2286000" cy="41148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34640" y="5074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5029200"/>
            <a:ext cx="4114800" cy="411480"/>
          </a:xfrm>
          <a:prstGeom prst="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5074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Enable, Playlist, Next Track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🚀 Growth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097280" cy="457200"/>
          </a:xfrm>
          <a:prstGeom prst="roundRect">
            <a:avLst/>
          </a:prstGeom>
          <a:solidFill>
            <a:srgbClr val="F5D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Production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28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8BB78"/>
                </a:solidFill>
              </a:defRPr>
            </a:pPr>
            <a:r>
              <a:t>✓ Supabase database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488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8BB78"/>
                </a:solidFill>
              </a:defRPr>
            </a:pPr>
            <a:r>
              <a:t>✓ Stripe + UPI payment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8BB78"/>
                </a:solidFill>
              </a:defRPr>
            </a:pPr>
            <a:r>
              <a:t>✓ User registration &amp; 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1097280" cy="457200"/>
          </a:xfrm>
          <a:prstGeom prst="roundRect">
            <a:avLst/>
          </a:prstGeom>
          <a:solidFill>
            <a:srgbClr val="F5D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Feature Enhancement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3832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A500"/>
                </a:solidFill>
              </a:defRPr>
            </a:pPr>
            <a:r>
              <a:t>○ More games (Mafia, Trivia)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033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A500"/>
                </a:solidFill>
              </a:defRPr>
            </a:pPr>
            <a:r>
              <a:t>○ Advanced AI DJ with beat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23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A500"/>
                </a:solidFill>
              </a:defRPr>
            </a:pPr>
            <a:r>
              <a:t>○ Push 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1097280" cy="457200"/>
          </a:xfrm>
          <a:prstGeom prst="roundRect">
            <a:avLst/>
          </a:prstGeom>
          <a:solidFill>
            <a:srgbClr val="F5D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Q3-Q4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80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9377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A500"/>
                </a:solidFill>
              </a:defRPr>
            </a:pPr>
            <a:r>
              <a:t>○ Kubernetes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257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A500"/>
                </a:solidFill>
              </a:defRPr>
            </a:pPr>
            <a:r>
              <a:t>○ Analytics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5778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A500"/>
                </a:solidFill>
              </a:defRPr>
            </a:pPr>
            <a:r>
              <a:t>○ White-label 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🏆 Competitive 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114800" cy="1645920"/>
          </a:xfrm>
          <a:prstGeom prst="roundRect">
            <a:avLst/>
          </a:prstGeom>
          <a:solidFill>
            <a:srgbClr val="282846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D547"/>
                </a:solidFill>
              </a:defRPr>
            </a:pPr>
            <a:r>
              <a:t>First-Mover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No direct competitors in integrated party entertainment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371600"/>
            <a:ext cx="4114800" cy="1645920"/>
          </a:xfrm>
          <a:prstGeom prst="roundRect">
            <a:avLst/>
          </a:prstGeom>
          <a:solidFill>
            <a:srgbClr val="282846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508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554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D547"/>
                </a:solidFill>
              </a:defRPr>
            </a:pPr>
            <a:r>
              <a:t>Three-in-One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0312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Music, games, and DJ combined—reduces user friction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4114800" cy="1645920"/>
          </a:xfrm>
          <a:prstGeom prst="roundRect">
            <a:avLst/>
          </a:prstGeom>
          <a:solidFill>
            <a:srgbClr val="282846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66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D547"/>
                </a:solidFill>
              </a:defRPr>
            </a:pPr>
            <a:r>
              <a:t>Real-Time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WebSocket creates sticky, engaging experiences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383280"/>
            <a:ext cx="4114800" cy="1645920"/>
          </a:xfrm>
          <a:prstGeom prst="roundRect">
            <a:avLst/>
          </a:prstGeom>
          <a:solidFill>
            <a:srgbClr val="282846"/>
          </a:solidFill>
          <a:ln>
            <a:solidFill>
              <a:srgbClr val="F5D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5204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566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D547"/>
                </a:solidFill>
              </a:defRPr>
            </a:pPr>
            <a:r>
              <a:t>Day-1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148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5% transaction fee built into platform from launch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D547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D547"/>
                </a:solidFill>
              </a:defRPr>
            </a:pPr>
            <a:r>
              <a:t>📋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6400800" cy="1005840"/>
          </a:xfrm>
          <a:prstGeom prst="roundRect">
            <a:avLst/>
          </a:prstGeom>
          <a:solidFill>
            <a:srgbClr val="F5D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</a:defRPr>
            </a:pPr>
            <a:r>
              <a:t>JukeBoB is Production-Ready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Fully functional MVP with clear path to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8BB78"/>
                </a:solidFill>
              </a:defRPr>
            </a:pPr>
            <a:r>
              <a:t>✅ What We 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Web + iOS + Android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Three entertainment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Real-time synchronization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Built-in 5% monetization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VIP priority queue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60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A500"/>
                </a:solidFill>
              </a:defRPr>
            </a:pPr>
            <a:r>
              <a:t>🔜 What's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089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○  Payment gateway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2044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○  Database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319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○  User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43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○  More games &amp;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7548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○  Scale infrastructure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5D547"/>
                </a:solidFill>
              </a:defRPr>
            </a:pPr>
            <a:r>
              <a:t>🎵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D547"/>
                </a:solidFill>
              </a:defRPr>
            </a:pPr>
            <a:r>
              <a:t>JukeBoB AI</a:t>
            </a:r>
          </a:p>
          <a:p>
            <a:pPr algn="ctr">
              <a:defRPr sz="1600">
                <a:solidFill>
                  <a:srgbClr val="808080"/>
                </a:solidFill>
              </a:defRPr>
            </a:pPr>
            <a:r>
              <a:t>Your Ultimate Party Entertainment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846320"/>
            <a:ext cx="2743200" cy="457200"/>
          </a:xfrm>
          <a:prstGeom prst="roundRect">
            <a:avLst/>
          </a:prstGeom>
          <a:solidFill>
            <a:srgbClr val="F5D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892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